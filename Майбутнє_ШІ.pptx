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Майбутнє штучного інтелекту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Презентація</a:t>
            </a:r>
          </a:p>
          <a:p>
            <a:r>
              <a:t>ШІ у XXI столітті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Що таке ШІ?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Штучний інтелект — це технології, які дозволяють машинам мислити, навчатися та приймати рішення.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Де вже використовується ШІ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Медицина</a:t>
            </a:r>
          </a:p>
          <a:p>
            <a:r>
              <a:t>Освіта</a:t>
            </a:r>
          </a:p>
          <a:p>
            <a:r>
              <a:t>Транспорт</a:t>
            </a:r>
          </a:p>
          <a:p>
            <a:r>
              <a:t>Бізнес</a:t>
            </a:r>
          </a:p>
          <a:p>
            <a:r>
              <a:t>Розваги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ШІ в майбутньому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Розумні міста</a:t>
            </a:r>
          </a:p>
          <a:p>
            <a:r>
              <a:t>Персональні асистенти</a:t>
            </a:r>
          </a:p>
          <a:p>
            <a:r>
              <a:t>Автоматизована медицина</a:t>
            </a:r>
          </a:p>
          <a:p>
            <a:r>
              <a:t>Роботи-помічники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Переваги ШІ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Швидкість обробки даних</a:t>
            </a:r>
          </a:p>
          <a:p>
            <a:r>
              <a:t>Точність</a:t>
            </a:r>
          </a:p>
          <a:p>
            <a:r>
              <a:t>Економія часу</a:t>
            </a:r>
          </a:p>
          <a:p>
            <a:r>
              <a:t>Нові можливості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Ризики та виклики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Заміна робочих місць</a:t>
            </a:r>
          </a:p>
          <a:p>
            <a:r>
              <a:t>Питання безпеки</a:t>
            </a:r>
          </a:p>
          <a:p>
            <a:r>
              <a:t>Етика та контроль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Висновок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ШІ — це інструмент, який може зробити майбутнє кращим за умови відповідального використання.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terms:created xsi:type="dcterms:W3CDTF">2013-01-27T09:14:16Z</dcterms:created>
  <dcterms:modified xsi:type="dcterms:W3CDTF">2013-01-27T09:15:58Z</dcterms:modified>
  <cp:category/>
</cp:coreProperties>
</file>